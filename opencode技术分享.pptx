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使用 OpenCode 开发数据可视化模块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技术分享汇报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模块功能：高校社交媒体数据分析和可视化</a:t>
            </a:r>
          </a:p>
          <a:p>
            <a:pPr>
              <a:spcBef>
                <a:spcPts val="1200"/>
              </a:spcBef>
              <a:defRPr sz="2200"/>
            </a:pPr>
            <a:r>
              <a:t>• 技术栈：Python + Pandas + Matplotlib</a:t>
            </a:r>
          </a:p>
          <a:p>
            <a:pPr>
              <a:spcBef>
                <a:spcPts val="1200"/>
              </a:spcBef>
              <a:defRPr sz="2200"/>
            </a:pPr>
            <a:r>
              <a:t>• 数据内容：10所高校的校园文化、学术科研类文章</a:t>
            </a:r>
          </a:p>
          <a:p>
            <a:pPr>
              <a:spcBef>
                <a:spcPts val="1200"/>
              </a:spcBef>
              <a:defRPr sz="2200"/>
            </a:pPr>
            <a:r>
              <a:t>• 可视化效果：3D柱状图、饼图等多维度展示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OpenCode 使用技巧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代码搜索：快速定位相关函数和类的实现</a:t>
            </a:r>
          </a:p>
          <a:p>
            <a:pPr>
              <a:spcBef>
                <a:spcPts val="1200"/>
              </a:spcBef>
              <a:defRPr sz="2200"/>
            </a:pPr>
            <a:r>
              <a:t>• 文件读取：直接查看源码，无需跳转IDE</a:t>
            </a:r>
          </a:p>
          <a:p>
            <a:pPr>
              <a:spcBef>
                <a:spcPts val="1200"/>
              </a:spcBef>
              <a:defRPr sz="2200"/>
            </a:pPr>
            <a:r>
              <a:t>• 多文件编辑：并行读取和修改多个文件</a:t>
            </a:r>
          </a:p>
          <a:p>
            <a:pPr>
              <a:spcBef>
                <a:spcPts val="1200"/>
              </a:spcBef>
              <a:defRPr sz="2200"/>
            </a:pPr>
            <a:r>
              <a:t>• 任务拆分：复杂任务交给子agent处理</a:t>
            </a:r>
          </a:p>
          <a:p>
            <a:pPr>
              <a:spcBef>
                <a:spcPts val="1200"/>
              </a:spcBef>
              <a:defRPr sz="2200"/>
            </a:pPr>
            <a:r>
              <a:t>• Web搜索：遇到问题时快速查阅文档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问题与解决方案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3D图表坐标轴标签重叠 → 调整字体大小和旋转角度</a:t>
            </a:r>
          </a:p>
          <a:p>
            <a:pPr>
              <a:spcBef>
                <a:spcPts val="1200"/>
              </a:spcBef>
              <a:defRPr sz="2200"/>
            </a:pPr>
            <a:r>
              <a:t>• 中文字体显示问题 → 配置 SimHei 等中文字体</a:t>
            </a:r>
          </a:p>
          <a:p>
            <a:pPr>
              <a:spcBef>
                <a:spcPts val="1200"/>
              </a:spcBef>
              <a:defRPr sz="2200"/>
            </a:pPr>
            <a:r>
              <a:t>• 代码逻辑复杂 → 使用子agent分段处理</a:t>
            </a:r>
          </a:p>
          <a:p>
            <a:pPr>
              <a:spcBef>
                <a:spcPts val="1200"/>
              </a:spcBef>
              <a:defRPr sz="2200"/>
            </a:pPr>
            <a:r>
              <a:t>• 初次使用不熟悉 → 从简单任务开始练习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使用心得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效率提升：减少上下文切换，快速完成开发</a:t>
            </a:r>
          </a:p>
          <a:p>
            <a:pPr>
              <a:spcBef>
                <a:spcPts val="1200"/>
              </a:spcBef>
              <a:defRPr sz="2200"/>
            </a:pPr>
            <a:r>
              <a:t>• 代码质量：规范的代码风格和最佳实践</a:t>
            </a:r>
          </a:p>
          <a:p>
            <a:pPr>
              <a:spcBef>
                <a:spcPts val="1200"/>
              </a:spcBef>
              <a:defRPr sz="2200"/>
            </a:pPr>
            <a:r>
              <a:t>• 学习曲线：上手简单，但需要熟悉prompt技巧</a:t>
            </a:r>
          </a:p>
          <a:p>
            <a:pPr>
              <a:spcBef>
                <a:spcPts val="1200"/>
              </a:spcBef>
              <a:defRPr sz="2200"/>
            </a:pPr>
            <a:r>
              <a:t>• 适用场景：适合快速原型开发和小模块实现</a:t>
            </a:r>
          </a:p>
          <a:p>
            <a:pPr>
              <a:spcBef>
                <a:spcPts val="1200"/>
              </a:spcBef>
              <a:defRPr sz="2200"/>
            </a:pPr>
            <a:r>
              <a:t>• 局限性：复杂业务逻辑仍需人工把控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总结与建议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OpenCode 是强大的AI辅助编程工具</a:t>
            </a:r>
          </a:p>
          <a:p>
            <a:pPr>
              <a:spcBef>
                <a:spcPts val="1200"/>
              </a:spcBef>
              <a:defRPr sz="2200"/>
            </a:pPr>
            <a:r>
              <a:t>• 善于利用搜索和子任务功能提高效率</a:t>
            </a:r>
          </a:p>
          <a:p>
            <a:pPr>
              <a:spcBef>
                <a:spcPts val="1200"/>
              </a:spcBef>
              <a:defRPr sz="2200"/>
            </a:pPr>
            <a:r>
              <a:t>• 注意验证AI生成的代码逻辑正确性</a:t>
            </a:r>
          </a:p>
          <a:p>
            <a:pPr>
              <a:spcBef>
                <a:spcPts val="1200"/>
              </a:spcBef>
              <a:defRPr sz="2200"/>
            </a:pPr>
            <a:r>
              <a:t>• 建议团队推广，提升整体开发效率</a:t>
            </a:r>
          </a:p>
          <a:p>
            <a:pPr>
              <a:spcBef>
                <a:spcPts val="1200"/>
              </a:spcBef>
              <a:defRPr sz="2200"/>
            </a:pPr>
            <a:r>
              <a:t>• 持续关注工具更新，获取新功能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欢迎交流讨论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